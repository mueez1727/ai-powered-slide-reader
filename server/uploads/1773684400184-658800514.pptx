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6F622-9991-4DED-98E5-10F2C592BB2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AE759-3BB3-442F-A551-972F3606C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3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Matrix organization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56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19100" y="222250"/>
            <a:ext cx="8153400" cy="503238"/>
          </a:xfrm>
        </p:spPr>
        <p:txBody>
          <a:bodyPr>
            <a:normAutofit fontScale="90000"/>
          </a:bodyPr>
          <a:lstStyle/>
          <a:p>
            <a:r>
              <a:rPr lang="de-DE" altLang="en-US" smtClean="0"/>
              <a:t>Matrix Organization</a:t>
            </a:r>
          </a:p>
        </p:txBody>
      </p:sp>
      <p:sp>
        <p:nvSpPr>
          <p:cNvPr id="24579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914400"/>
            <a:ext cx="8458200" cy="1905000"/>
          </a:xfrm>
        </p:spPr>
        <p:txBody>
          <a:bodyPr/>
          <a:lstStyle/>
          <a:p>
            <a:r>
              <a:rPr lang="de-DE" altLang="en-US" sz="2000" smtClean="0"/>
              <a:t>In a matrix organization, participants from different departments of the functional organizastion are assigned to work on projects as they are created. </a:t>
            </a:r>
          </a:p>
          <a:p>
            <a:r>
              <a:rPr lang="de-DE" altLang="en-US" sz="2000" smtClean="0"/>
              <a:t>The project manager and team members may be assigned to the project for &lt;= 100 % of their time</a:t>
            </a:r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4495800" y="2257425"/>
            <a:ext cx="19812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Executive Office</a:t>
            </a:r>
          </a:p>
        </p:txBody>
      </p:sp>
      <p:sp>
        <p:nvSpPr>
          <p:cNvPr id="24581" name="Rectangle 1029"/>
          <p:cNvSpPr>
            <a:spLocks noChangeArrowheads="1"/>
          </p:cNvSpPr>
          <p:nvPr/>
        </p:nvSpPr>
        <p:spPr bwMode="auto">
          <a:xfrm>
            <a:off x="2209800" y="3095625"/>
            <a:ext cx="16002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Finance</a:t>
            </a:r>
          </a:p>
        </p:txBody>
      </p:sp>
      <p:sp>
        <p:nvSpPr>
          <p:cNvPr id="24582" name="Rectangle 1030"/>
          <p:cNvSpPr>
            <a:spLocks noChangeArrowheads="1"/>
          </p:cNvSpPr>
          <p:nvPr/>
        </p:nvSpPr>
        <p:spPr bwMode="auto">
          <a:xfrm>
            <a:off x="3962400" y="3095625"/>
            <a:ext cx="16764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Production</a:t>
            </a:r>
          </a:p>
        </p:txBody>
      </p:sp>
      <p:sp>
        <p:nvSpPr>
          <p:cNvPr id="24583" name="Rectangle 1031"/>
          <p:cNvSpPr>
            <a:spLocks noChangeArrowheads="1"/>
          </p:cNvSpPr>
          <p:nvPr/>
        </p:nvSpPr>
        <p:spPr bwMode="auto">
          <a:xfrm>
            <a:off x="5791200" y="3095625"/>
            <a:ext cx="12192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Sales</a:t>
            </a:r>
          </a:p>
        </p:txBody>
      </p:sp>
      <p:sp>
        <p:nvSpPr>
          <p:cNvPr id="24584" name="Rectangle 1032"/>
          <p:cNvSpPr>
            <a:spLocks noChangeArrowheads="1"/>
          </p:cNvSpPr>
          <p:nvPr/>
        </p:nvSpPr>
        <p:spPr bwMode="auto">
          <a:xfrm>
            <a:off x="7239000" y="3095625"/>
            <a:ext cx="12192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Marketing</a:t>
            </a:r>
          </a:p>
        </p:txBody>
      </p:sp>
      <p:cxnSp>
        <p:nvCxnSpPr>
          <p:cNvPr id="24585" name="AutoShape 1045"/>
          <p:cNvCxnSpPr>
            <a:cxnSpLocks noChangeShapeType="1"/>
            <a:stCxn id="24580" idx="2"/>
            <a:endCxn id="24581" idx="0"/>
          </p:cNvCxnSpPr>
          <p:nvPr/>
        </p:nvCxnSpPr>
        <p:spPr bwMode="auto">
          <a:xfrm rot="5400000">
            <a:off x="4057650" y="1666875"/>
            <a:ext cx="381000" cy="24765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86" name="AutoShape 1046"/>
          <p:cNvCxnSpPr>
            <a:cxnSpLocks noChangeShapeType="1"/>
            <a:stCxn id="24580" idx="2"/>
            <a:endCxn id="24582" idx="0"/>
          </p:cNvCxnSpPr>
          <p:nvPr/>
        </p:nvCxnSpPr>
        <p:spPr bwMode="auto">
          <a:xfrm rot="5400000">
            <a:off x="4953000" y="2562225"/>
            <a:ext cx="381000" cy="6858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87" name="AutoShape 1047"/>
          <p:cNvCxnSpPr>
            <a:cxnSpLocks noChangeShapeType="1"/>
            <a:stCxn id="24580" idx="2"/>
            <a:endCxn id="24583" idx="0"/>
          </p:cNvCxnSpPr>
          <p:nvPr/>
        </p:nvCxnSpPr>
        <p:spPr bwMode="auto">
          <a:xfrm rot="16200000" flipH="1">
            <a:off x="5753100" y="2447925"/>
            <a:ext cx="381000" cy="9144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88" name="AutoShape 1048"/>
          <p:cNvCxnSpPr>
            <a:cxnSpLocks noChangeShapeType="1"/>
            <a:stCxn id="24580" idx="2"/>
            <a:endCxn id="24584" idx="0"/>
          </p:cNvCxnSpPr>
          <p:nvPr/>
        </p:nvCxnSpPr>
        <p:spPr bwMode="auto">
          <a:xfrm rot="16200000" flipH="1">
            <a:off x="6477000" y="1724025"/>
            <a:ext cx="381000" cy="23622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589" name="Line 1062"/>
          <p:cNvSpPr>
            <a:spLocks noChangeShapeType="1"/>
          </p:cNvSpPr>
          <p:nvPr/>
        </p:nvSpPr>
        <p:spPr bwMode="auto">
          <a:xfrm>
            <a:off x="3124200" y="3781425"/>
            <a:ext cx="0" cy="2057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1063"/>
          <p:cNvSpPr>
            <a:spLocks noChangeShapeType="1"/>
          </p:cNvSpPr>
          <p:nvPr/>
        </p:nvSpPr>
        <p:spPr bwMode="auto">
          <a:xfrm>
            <a:off x="4876800" y="3781425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064"/>
          <p:cNvSpPr>
            <a:spLocks noChangeShapeType="1"/>
          </p:cNvSpPr>
          <p:nvPr/>
        </p:nvSpPr>
        <p:spPr bwMode="auto">
          <a:xfrm>
            <a:off x="6400800" y="3781425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1065"/>
          <p:cNvSpPr>
            <a:spLocks noChangeShapeType="1"/>
          </p:cNvSpPr>
          <p:nvPr/>
        </p:nvSpPr>
        <p:spPr bwMode="auto">
          <a:xfrm>
            <a:off x="7924800" y="3781425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1066"/>
          <p:cNvSpPr>
            <a:spLocks noChangeShapeType="1"/>
          </p:cNvSpPr>
          <p:nvPr/>
        </p:nvSpPr>
        <p:spPr bwMode="auto">
          <a:xfrm>
            <a:off x="1676400" y="4391025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1067"/>
          <p:cNvSpPr>
            <a:spLocks noChangeShapeType="1"/>
          </p:cNvSpPr>
          <p:nvPr/>
        </p:nvSpPr>
        <p:spPr bwMode="auto">
          <a:xfrm>
            <a:off x="1676400" y="5000625"/>
            <a:ext cx="678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Line 1068"/>
          <p:cNvSpPr>
            <a:spLocks noChangeShapeType="1"/>
          </p:cNvSpPr>
          <p:nvPr/>
        </p:nvSpPr>
        <p:spPr bwMode="auto">
          <a:xfrm>
            <a:off x="1676400" y="5534025"/>
            <a:ext cx="678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Rectangle 1069"/>
          <p:cNvSpPr>
            <a:spLocks noChangeArrowheads="1"/>
          </p:cNvSpPr>
          <p:nvPr/>
        </p:nvSpPr>
        <p:spPr bwMode="auto">
          <a:xfrm>
            <a:off x="533400" y="4086225"/>
            <a:ext cx="11430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Project A</a:t>
            </a:r>
          </a:p>
        </p:txBody>
      </p:sp>
      <p:sp>
        <p:nvSpPr>
          <p:cNvPr id="24597" name="Rectangle 1070"/>
          <p:cNvSpPr>
            <a:spLocks noChangeArrowheads="1"/>
          </p:cNvSpPr>
          <p:nvPr/>
        </p:nvSpPr>
        <p:spPr bwMode="auto">
          <a:xfrm>
            <a:off x="533400" y="4772025"/>
            <a:ext cx="11430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Project B</a:t>
            </a:r>
          </a:p>
        </p:txBody>
      </p:sp>
      <p:sp>
        <p:nvSpPr>
          <p:cNvPr id="24598" name="Rectangle 1071"/>
          <p:cNvSpPr>
            <a:spLocks noChangeArrowheads="1"/>
          </p:cNvSpPr>
          <p:nvPr/>
        </p:nvSpPr>
        <p:spPr bwMode="auto">
          <a:xfrm>
            <a:off x="533400" y="5381625"/>
            <a:ext cx="11430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Project C</a:t>
            </a:r>
          </a:p>
        </p:txBody>
      </p:sp>
      <p:sp>
        <p:nvSpPr>
          <p:cNvPr id="24599" name="AutoShape 1075"/>
          <p:cNvSpPr>
            <a:spLocks noChangeArrowheads="1"/>
          </p:cNvSpPr>
          <p:nvPr/>
        </p:nvSpPr>
        <p:spPr bwMode="auto">
          <a:xfrm>
            <a:off x="2590800" y="4086225"/>
            <a:ext cx="5638800" cy="68580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Participants of Project A</a:t>
            </a:r>
          </a:p>
        </p:txBody>
      </p:sp>
      <p:sp>
        <p:nvSpPr>
          <p:cNvPr id="24600" name="AutoShape 1076"/>
          <p:cNvSpPr>
            <a:spLocks noChangeArrowheads="1"/>
          </p:cNvSpPr>
          <p:nvPr/>
        </p:nvSpPr>
        <p:spPr bwMode="auto">
          <a:xfrm>
            <a:off x="2590800" y="5229225"/>
            <a:ext cx="5638800" cy="68580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en-US">
                <a:latin typeface="Palatino" pitchFamily="18" charset="0"/>
              </a:rPr>
              <a:t>Participants of Project B</a:t>
            </a:r>
          </a:p>
        </p:txBody>
      </p:sp>
    </p:spTree>
    <p:extLst>
      <p:ext uri="{BB962C8B-B14F-4D97-AF65-F5344CB8AC3E}">
        <p14:creationId xmlns:p14="http://schemas.microsoft.com/office/powerpoint/2010/main" val="344880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mtClean="0"/>
              <a:t>Properties of  Matrix Organizations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610600" cy="4800600"/>
          </a:xfrm>
        </p:spPr>
        <p:txBody>
          <a:bodyPr>
            <a:normAutofit lnSpcReduction="10000"/>
          </a:bodyPr>
          <a:lstStyle/>
          <a:p>
            <a:r>
              <a:rPr lang="de-DE" altLang="en-US" smtClean="0"/>
              <a:t>Advantages:</a:t>
            </a:r>
          </a:p>
          <a:p>
            <a:pPr lvl="1"/>
            <a:r>
              <a:rPr lang="de-DE" altLang="en-US" smtClean="0"/>
              <a:t>Teams for projects can be assembled rapidly</a:t>
            </a:r>
          </a:p>
          <a:p>
            <a:pPr lvl="1"/>
            <a:r>
              <a:rPr lang="de-DE" altLang="en-US" smtClean="0"/>
              <a:t>Scarce expertise can be applied to different projects as needed </a:t>
            </a:r>
          </a:p>
          <a:p>
            <a:pPr lvl="1"/>
            <a:r>
              <a:rPr lang="de-DE" altLang="en-US" smtClean="0"/>
              <a:t>Consistent work and reporting procedures can be used for projects of the same type.</a:t>
            </a:r>
          </a:p>
          <a:p>
            <a:r>
              <a:rPr lang="de-DE" altLang="en-US" smtClean="0"/>
              <a:t>Disadvantages:</a:t>
            </a:r>
          </a:p>
          <a:p>
            <a:pPr lvl="1"/>
            <a:r>
              <a:rPr lang="de-DE" altLang="en-US" smtClean="0"/>
              <a:t>Team members usually are not familiar with each </a:t>
            </a:r>
          </a:p>
          <a:p>
            <a:pPr lvl="1"/>
            <a:r>
              <a:rPr lang="de-DE" altLang="en-US" smtClean="0"/>
              <a:t>Team member have different working styles</a:t>
            </a:r>
          </a:p>
          <a:p>
            <a:pPr lvl="1"/>
            <a:r>
              <a:rPr lang="de-DE" altLang="en-US" smtClean="0"/>
              <a:t>Team members must get used to each other</a:t>
            </a:r>
          </a:p>
        </p:txBody>
      </p:sp>
    </p:spTree>
    <p:extLst>
      <p:ext uri="{BB962C8B-B14F-4D97-AF65-F5344CB8AC3E}">
        <p14:creationId xmlns:p14="http://schemas.microsoft.com/office/powerpoint/2010/main" val="365828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Matrix organization</vt:lpstr>
      <vt:lpstr>Matrix Organization</vt:lpstr>
      <vt:lpstr>Properties of  Matrix Organizations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organization</dc:title>
  <dc:creator>Mueez Ahmad</dc:creator>
  <cp:lastModifiedBy>Mueez Ahmad</cp:lastModifiedBy>
  <cp:revision>2</cp:revision>
  <dcterms:created xsi:type="dcterms:W3CDTF">2006-08-16T00:00:00Z</dcterms:created>
  <dcterms:modified xsi:type="dcterms:W3CDTF">2026-03-16T18:05:41Z</dcterms:modified>
</cp:coreProperties>
</file>